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"/>
  </p:notesMasterIdLst>
  <p:handoutMasterIdLst>
    <p:handoutMasterId r:id="rId13"/>
  </p:handoutMasterIdLst>
  <p:sldIdLst>
    <p:sldId id="396" r:id="rId2"/>
    <p:sldId id="2147347961" r:id="rId3"/>
    <p:sldId id="2147347967" r:id="rId4"/>
    <p:sldId id="2147347957" r:id="rId5"/>
    <p:sldId id="2147347972" r:id="rId6"/>
    <p:sldId id="2147347970" r:id="rId7"/>
    <p:sldId id="2147347958" r:id="rId8"/>
    <p:sldId id="2147347950" r:id="rId9"/>
    <p:sldId id="761" r:id="rId10"/>
    <p:sldId id="41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惠" initials="徐惠" lastIdx="1" clrIdx="0">
    <p:extLst>
      <p:ext uri="{19B8F6BF-5375-455C-9EA6-DF929625EA0E}">
        <p15:presenceInfo xmlns:p15="http://schemas.microsoft.com/office/powerpoint/2012/main" userId="S-1-5-21-791174938-608993250-1295819414-13176" providerId="AD"/>
      </p:ext>
    </p:extLst>
  </p:cmAuthor>
  <p:cmAuthor id="2" name="徐惠" initials="徐惠 [2]" lastIdx="1" clrIdx="1">
    <p:extLst>
      <p:ext uri="{19B8F6BF-5375-455C-9EA6-DF929625EA0E}">
        <p15:presenceInfo xmlns:p15="http://schemas.microsoft.com/office/powerpoint/2012/main" userId="S-1-5-21-834045970-3120731463-4211617258-1226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0C0"/>
    <a:srgbClr val="00B0F0"/>
    <a:srgbClr val="5B9BD5"/>
    <a:srgbClr val="FFC000"/>
    <a:srgbClr val="255E91"/>
    <a:srgbClr val="264478"/>
    <a:srgbClr val="97B9E0"/>
    <a:srgbClr val="E2AA00"/>
    <a:srgbClr val="5089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1136" autoAdjust="0"/>
  </p:normalViewPr>
  <p:slideViewPr>
    <p:cSldViewPr snapToGrid="0">
      <p:cViewPr varScale="1">
        <p:scale>
          <a:sx n="102" d="100"/>
          <a:sy n="102" d="100"/>
        </p:scale>
        <p:origin x="780" y="114"/>
      </p:cViewPr>
      <p:guideLst>
        <p:guide orient="horz" pos="2205"/>
        <p:guide pos="3749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42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B0541-4A16-450A-A283-E52782969956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E11A3-2C78-4D74-A431-4E226178A3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684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C4508-4F19-4480-8552-6FE258CB5037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D767F9-9557-4ADA-8656-528E98E5106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64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D767F9-9557-4ADA-8656-528E98E5106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7089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767F9-9557-4ADA-8656-528E98E5106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2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D767F9-9557-4ADA-8656-528E98E5106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6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48987"/>
            <a:ext cx="12192000" cy="5404757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726395"/>
            <a:ext cx="9144000" cy="2387600"/>
          </a:xfrm>
        </p:spPr>
        <p:txBody>
          <a:bodyPr anchor="ctr">
            <a:normAutofit/>
          </a:bodyPr>
          <a:lstStyle>
            <a:lvl1pPr algn="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114202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8B70-43B0-4C24-A80C-41F928D7C670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300E-9631-4181-AA09-60860B8284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4939397"/>
            <a:ext cx="3453493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/>
        </p:nvSpPr>
        <p:spPr>
          <a:xfrm>
            <a:off x="3641272" y="4939397"/>
            <a:ext cx="1559379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5147586"/>
            <a:ext cx="11353800" cy="89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13" name="矩形 12"/>
          <p:cNvSpPr/>
          <p:nvPr userDrawn="1"/>
        </p:nvSpPr>
        <p:spPr>
          <a:xfrm>
            <a:off x="0" y="-48987"/>
            <a:ext cx="12192000" cy="5404757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矩形 13"/>
          <p:cNvSpPr/>
          <p:nvPr userDrawn="1"/>
        </p:nvSpPr>
        <p:spPr>
          <a:xfrm>
            <a:off x="0" y="4939397"/>
            <a:ext cx="3453493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矩形 14"/>
          <p:cNvSpPr/>
          <p:nvPr userDrawn="1"/>
        </p:nvSpPr>
        <p:spPr>
          <a:xfrm>
            <a:off x="3641272" y="4939397"/>
            <a:ext cx="1559379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矩形 15"/>
          <p:cNvSpPr/>
          <p:nvPr userDrawn="1"/>
        </p:nvSpPr>
        <p:spPr>
          <a:xfrm>
            <a:off x="0" y="5147586"/>
            <a:ext cx="11353800" cy="89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 </a:t>
            </a:r>
            <a:endParaRPr lang="zh-CN" altLang="en-US" sz="180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1177" y="5853254"/>
            <a:ext cx="1952625" cy="479517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344558" y="5875603"/>
            <a:ext cx="4041912" cy="41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成就客户  拥抱变化  诚信  协作  敬业  激情</a:t>
            </a:r>
          </a:p>
        </p:txBody>
      </p:sp>
    </p:spTree>
    <p:extLst>
      <p:ext uri="{BB962C8B-B14F-4D97-AF65-F5344CB8AC3E}">
        <p14:creationId xmlns:p14="http://schemas.microsoft.com/office/powerpoint/2010/main" val="3062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8B70-43B0-4C24-A80C-41F928D7C670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300E-9631-4181-AA09-60860B8284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878949" y="6504557"/>
            <a:ext cx="2334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成为卓越的智能产品服务商</a:t>
            </a: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328505" y="6595951"/>
            <a:ext cx="482293" cy="97972"/>
            <a:chOff x="4800000" y="6604907"/>
            <a:chExt cx="482293" cy="97972"/>
          </a:xfrm>
        </p:grpSpPr>
        <p:sp>
          <p:nvSpPr>
            <p:cNvPr id="8" name="矩形 7"/>
            <p:cNvSpPr/>
            <p:nvPr userDrawn="1"/>
          </p:nvSpPr>
          <p:spPr>
            <a:xfrm>
              <a:off x="5184321" y="6604907"/>
              <a:ext cx="97972" cy="979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5016000" y="6604907"/>
              <a:ext cx="97972" cy="979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4800000" y="6604907"/>
              <a:ext cx="97972" cy="979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7235897" y="6595951"/>
            <a:ext cx="529972" cy="97972"/>
            <a:chOff x="6888000" y="6604907"/>
            <a:chExt cx="529972" cy="97972"/>
          </a:xfrm>
        </p:grpSpPr>
        <p:sp>
          <p:nvSpPr>
            <p:cNvPr id="12" name="矩形 11"/>
            <p:cNvSpPr/>
            <p:nvPr userDrawn="1"/>
          </p:nvSpPr>
          <p:spPr>
            <a:xfrm>
              <a:off x="6888000" y="6604907"/>
              <a:ext cx="97972" cy="979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7104000" y="6604907"/>
              <a:ext cx="97972" cy="979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7320000" y="6604907"/>
              <a:ext cx="97972" cy="979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195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8B70-43B0-4C24-A80C-41F928D7C670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300E-9631-4181-AA09-60860B8284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878949" y="6504557"/>
            <a:ext cx="2334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成为卓越的智能产品服务商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4328505" y="6595951"/>
            <a:ext cx="482293" cy="97972"/>
            <a:chOff x="4800000" y="6604907"/>
            <a:chExt cx="482293" cy="97972"/>
          </a:xfrm>
        </p:grpSpPr>
        <p:sp>
          <p:nvSpPr>
            <p:cNvPr id="17" name="矩形 16"/>
            <p:cNvSpPr/>
            <p:nvPr userDrawn="1"/>
          </p:nvSpPr>
          <p:spPr>
            <a:xfrm>
              <a:off x="5184321" y="6604907"/>
              <a:ext cx="97972" cy="979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5016000" y="6604907"/>
              <a:ext cx="97972" cy="979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 userDrawn="1"/>
          </p:nvSpPr>
          <p:spPr>
            <a:xfrm>
              <a:off x="4800000" y="6604907"/>
              <a:ext cx="97972" cy="979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7235897" y="6595951"/>
            <a:ext cx="529972" cy="97972"/>
            <a:chOff x="6888000" y="6604907"/>
            <a:chExt cx="529972" cy="97972"/>
          </a:xfrm>
        </p:grpSpPr>
        <p:sp>
          <p:nvSpPr>
            <p:cNvPr id="21" name="矩形 20"/>
            <p:cNvSpPr/>
            <p:nvPr userDrawn="1"/>
          </p:nvSpPr>
          <p:spPr>
            <a:xfrm>
              <a:off x="6888000" y="6604907"/>
              <a:ext cx="97972" cy="9797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 userDrawn="1"/>
          </p:nvSpPr>
          <p:spPr>
            <a:xfrm>
              <a:off x="7104000" y="6604907"/>
              <a:ext cx="97972" cy="979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7320000" y="6604907"/>
              <a:ext cx="97972" cy="979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25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0" y="2"/>
            <a:ext cx="12192000" cy="4640455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8B70-43B0-4C24-A80C-41F928D7C670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3300E-9631-4181-AA09-60860B8284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KSO_CT1"/>
          <p:cNvSpPr txBox="1">
            <a:spLocks/>
          </p:cNvSpPr>
          <p:nvPr/>
        </p:nvSpPr>
        <p:spPr>
          <a:xfrm>
            <a:off x="4388587" y="1606522"/>
            <a:ext cx="6174639" cy="131803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0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Thank  You !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4224079"/>
            <a:ext cx="3453493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/>
        </p:nvSpPr>
        <p:spPr>
          <a:xfrm>
            <a:off x="3641272" y="4224079"/>
            <a:ext cx="1559379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矩形 9"/>
          <p:cNvSpPr/>
          <p:nvPr/>
        </p:nvSpPr>
        <p:spPr>
          <a:xfrm>
            <a:off x="0" y="4432268"/>
            <a:ext cx="11353800" cy="89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 </a:t>
            </a:r>
            <a:endParaRPr lang="zh-CN" altLang="en-US" sz="18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5303" y="5731982"/>
            <a:ext cx="1952625" cy="479517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6064" y="5719056"/>
            <a:ext cx="23962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上海浦东新区科苑路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399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号楼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0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http://www.huaqin.com/</a:t>
            </a:r>
            <a:endParaRPr lang="zh-CN" altLang="en-US" sz="10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3163661" y="5719056"/>
            <a:ext cx="279082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邮编：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201203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+86 (21)61651266</a:t>
            </a:r>
            <a:b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45303" y="4005212"/>
            <a:ext cx="2031325" cy="3086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成为卓越的智能产品服务商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56064" y="5253851"/>
            <a:ext cx="2236510" cy="41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华勤通讯技术有限公司</a:t>
            </a:r>
            <a:endParaRPr lang="en-US" altLang="zh-CN" sz="1600" b="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0" y="2"/>
            <a:ext cx="12192000" cy="4640455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KSO_CT1"/>
          <p:cNvSpPr txBox="1">
            <a:spLocks/>
          </p:cNvSpPr>
          <p:nvPr userDrawn="1"/>
        </p:nvSpPr>
        <p:spPr>
          <a:xfrm>
            <a:off x="6440556" y="1688536"/>
            <a:ext cx="3802246" cy="1318039"/>
          </a:xfrm>
          <a:prstGeom prst="rect">
            <a:avLst/>
          </a:prstGeom>
          <a:noFill/>
          <a:ln w="12700">
            <a:noFill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0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Thank  You !</a:t>
            </a:r>
            <a:endParaRPr lang="zh-CN" alt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4224079"/>
            <a:ext cx="3453493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0" name="矩形 19"/>
          <p:cNvSpPr/>
          <p:nvPr userDrawn="1"/>
        </p:nvSpPr>
        <p:spPr>
          <a:xfrm>
            <a:off x="3641272" y="4224079"/>
            <a:ext cx="1559379" cy="97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 20"/>
          <p:cNvSpPr/>
          <p:nvPr userDrawn="1"/>
        </p:nvSpPr>
        <p:spPr>
          <a:xfrm>
            <a:off x="0" y="4432268"/>
            <a:ext cx="11353800" cy="89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dirty="0"/>
              <a:t> </a:t>
            </a:r>
            <a:endParaRPr lang="zh-CN" altLang="en-US" sz="1800" dirty="0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5303" y="5731982"/>
            <a:ext cx="1952625" cy="479517"/>
          </a:xfrm>
          <a:prstGeom prst="rect">
            <a:avLst/>
          </a:prstGeom>
        </p:spPr>
      </p:pic>
      <p:sp>
        <p:nvSpPr>
          <p:cNvPr id="23" name="文本框 22"/>
          <p:cNvSpPr txBox="1"/>
          <p:nvPr userDrawn="1"/>
        </p:nvSpPr>
        <p:spPr>
          <a:xfrm>
            <a:off x="7017083" y="3913327"/>
            <a:ext cx="27494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改善人们的沟通与生活</a:t>
            </a:r>
            <a:endParaRPr lang="en-US" altLang="zh-CN" sz="2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21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华勤内部文件，未经允许不可扩散</a:t>
            </a:r>
            <a:endParaRPr lang="zh-CN" alt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FE451-A44D-4097-A832-7BB97F99B13F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366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63150" cy="552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48674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E8B70-43B0-4C24-A80C-41F928D7C670}" type="datetimeFigureOut">
              <a:rPr lang="zh-CN" altLang="en-US" smtClean="0"/>
              <a:pPr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3300E-9631-4181-AA09-60860B8284F7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1014199"/>
            <a:ext cx="12192000" cy="45719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2" y="1006323"/>
            <a:ext cx="2094807" cy="53596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9951" y="449036"/>
            <a:ext cx="602859" cy="468558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014199"/>
            <a:ext cx="12192000" cy="45719"/>
          </a:xfrm>
          <a:prstGeom prst="rect">
            <a:avLst/>
          </a:prstGeom>
          <a:solidFill>
            <a:srgbClr val="0091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1" name="矩形 10"/>
          <p:cNvSpPr/>
          <p:nvPr userDrawn="1"/>
        </p:nvSpPr>
        <p:spPr>
          <a:xfrm>
            <a:off x="2" y="1006323"/>
            <a:ext cx="2094807" cy="53596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9951" y="449036"/>
            <a:ext cx="602859" cy="46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9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722" r:id="rId2"/>
    <p:sldLayoutId id="2147483669" r:id="rId3"/>
    <p:sldLayoutId id="2147483675" r:id="rId4"/>
    <p:sldLayoutId id="214748372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42395"/>
            <a:ext cx="9124950" cy="2115230"/>
          </a:xfrm>
        </p:spPr>
        <p:txBody>
          <a:bodyPr>
            <a:normAutofit/>
          </a:bodyPr>
          <a:lstStyle/>
          <a:p>
            <a:pPr algn="ctr"/>
            <a:r>
              <a:rPr lang="en-US" altLang="zh-CN" kern="0" dirty="0"/>
              <a:t>AX7907A</a:t>
            </a:r>
            <a:r>
              <a:rPr lang="zh-CN" altLang="en-US" kern="0" dirty="0"/>
              <a:t>手工线再贴</a:t>
            </a:r>
            <a:r>
              <a:rPr lang="en-US" altLang="zh-CN" kern="0" dirty="0"/>
              <a:t>DSN</a:t>
            </a:r>
            <a:r>
              <a:rPr lang="zh-CN" altLang="en-US" kern="0" dirty="0"/>
              <a:t>机构</a:t>
            </a:r>
            <a:r>
              <a:rPr lang="en-US" altLang="zh-CN" sz="4000" kern="0" dirty="0"/>
              <a:t>DFM</a:t>
            </a:r>
            <a:br>
              <a:rPr lang="en-US" altLang="zh-CN" dirty="0"/>
            </a:br>
            <a:br>
              <a:rPr lang="en-US" altLang="zh-CN" dirty="0"/>
            </a:br>
            <a:br>
              <a:rPr lang="zh-CN" altLang="en-US" sz="2000" dirty="0"/>
            </a:br>
            <a:r>
              <a:rPr lang="zh-CN" altLang="en-US" sz="2000" dirty="0"/>
              <a:t>日期：</a:t>
            </a:r>
            <a:r>
              <a:rPr lang="en-US" altLang="zh-CN" sz="2000" dirty="0"/>
              <a:t>2026</a:t>
            </a:r>
            <a:r>
              <a:rPr lang="zh-CN" altLang="en-US" sz="2000" dirty="0"/>
              <a:t>年</a:t>
            </a:r>
            <a:r>
              <a:rPr lang="en-US" altLang="zh-CN" sz="2000" dirty="0"/>
              <a:t>10</a:t>
            </a:r>
            <a:r>
              <a:rPr lang="zh-CN" altLang="en-US" sz="2000" dirty="0"/>
              <a:t>月</a:t>
            </a:r>
            <a:r>
              <a:rPr lang="en-US" altLang="zh-CN" sz="2000" dirty="0"/>
              <a:t>12</a:t>
            </a:r>
            <a:r>
              <a:rPr lang="zh-CN" altLang="en-US" sz="2000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31153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>
            <p:custDataLst>
              <p:tags r:id="rId2"/>
            </p:custDataLst>
          </p:nvPr>
        </p:nvSpPr>
        <p:spPr>
          <a:xfrm>
            <a:off x="2506665" y="2681290"/>
            <a:ext cx="1895475" cy="1635125"/>
          </a:xfrm>
          <a:prstGeom prst="triangl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44000" anchor="ctr"/>
          <a:lstStyle/>
          <a:p>
            <a:pPr algn="ctr">
              <a:defRPr/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7" name="等腰三角形 6"/>
          <p:cNvSpPr/>
          <p:nvPr>
            <p:custDataLst>
              <p:tags r:id="rId3"/>
            </p:custDataLst>
          </p:nvPr>
        </p:nvSpPr>
        <p:spPr>
          <a:xfrm>
            <a:off x="2287590" y="2422526"/>
            <a:ext cx="2333625" cy="2012951"/>
          </a:xfrm>
          <a:prstGeom prst="triangle">
            <a:avLst/>
          </a:prstGeom>
          <a:noFill/>
          <a:ln>
            <a:solidFill>
              <a:srgbClr val="0099EE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10" name="直接连接符 9"/>
          <p:cNvCxnSpPr>
            <a:endCxn id="7" idx="0"/>
          </p:cNvCxnSpPr>
          <p:nvPr>
            <p:custDataLst>
              <p:tags r:id="rId4"/>
            </p:custDataLst>
          </p:nvPr>
        </p:nvCxnSpPr>
        <p:spPr>
          <a:xfrm>
            <a:off x="3454400" y="929390"/>
            <a:ext cx="3" cy="1493136"/>
          </a:xfrm>
          <a:prstGeom prst="line">
            <a:avLst/>
          </a:prstGeom>
          <a:ln>
            <a:solidFill>
              <a:srgbClr val="0099EE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>
            <a:off x="3454400" y="4448175"/>
            <a:ext cx="0" cy="2072546"/>
          </a:xfrm>
          <a:prstGeom prst="line">
            <a:avLst/>
          </a:prstGeom>
          <a:ln>
            <a:solidFill>
              <a:srgbClr val="0099EE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2">
            <a:extLst>
              <a:ext uri="{FF2B5EF4-FFF2-40B4-BE49-F238E27FC236}">
                <a16:creationId xmlns:a16="http://schemas.microsoft.com/office/drawing/2014/main" id="{C9FF057F-59CF-4CFF-801F-E1E3DE14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7" y="1862546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  设备外观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E3EC652-7821-08AD-A8FC-08D7BC99B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9" y="5045077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14B69918-B168-4892-AE41-6372350E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5" y="3513911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三  动作流程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50ED2F29-4CCE-4DE6-A4DF-576FF2EC4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5" y="2653473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  设备介绍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02CC2286-A324-4FBD-BAAB-18DB039D5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8" y="4337039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四  节拍分析</a:t>
            </a: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E0C71E21-7290-4D7D-BFDA-273E0D198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95" y="5125370"/>
            <a:ext cx="3550505" cy="658415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五  方案参数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74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8E4A67B7-2142-D506-170D-15DA810A6D5A}"/>
              </a:ext>
            </a:extLst>
          </p:cNvPr>
          <p:cNvSpPr txBox="1"/>
          <p:nvPr/>
        </p:nvSpPr>
        <p:spPr>
          <a:xfrm>
            <a:off x="589296" y="1128246"/>
            <a:ext cx="5792604" cy="1029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外形尺寸：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marR="0" lvl="0" indent="-22860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尺寸：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L*W*H=6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00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mm*1200mm*1600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</a:p>
          <a:p>
            <a:pPr marL="228600" marR="0" lvl="0" indent="-22860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marR="0" lvl="0" indent="-22860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156942" y="264700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一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设备外观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B5DF81-95F1-48BE-8545-B4A41EF12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2259025"/>
            <a:ext cx="8907118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5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74572" y="227560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二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设备介绍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A21A46-2A54-4A6B-5F30-2E04DE7262E7}"/>
              </a:ext>
            </a:extLst>
          </p:cNvPr>
          <p:cNvSpPr txBox="1"/>
          <p:nvPr/>
        </p:nvSpPr>
        <p:spPr>
          <a:xfrm>
            <a:off x="589296" y="1117600"/>
            <a:ext cx="833104" cy="319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贴标组件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359A3DC-4159-44CF-A54B-BA9F93211BCA}"/>
              </a:ext>
            </a:extLst>
          </p:cNvPr>
          <p:cNvGrpSpPr/>
          <p:nvPr/>
        </p:nvGrpSpPr>
        <p:grpSpPr>
          <a:xfrm>
            <a:off x="717956" y="2309090"/>
            <a:ext cx="5378044" cy="3518557"/>
            <a:chOff x="1059701" y="2253673"/>
            <a:chExt cx="6093928" cy="359244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D8EC8AB-4A04-49A7-BC17-A0D77AF9E2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9701" y="2253673"/>
              <a:ext cx="4364111" cy="3592448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7588299-BFBF-4E87-95EA-5C7A820BDA04}"/>
                </a:ext>
              </a:extLst>
            </p:cNvPr>
            <p:cNvSpPr txBox="1"/>
            <p:nvPr/>
          </p:nvSpPr>
          <p:spPr>
            <a:xfrm>
              <a:off x="5909209" y="3679068"/>
              <a:ext cx="1244420" cy="385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旋转气缸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5E247F4-1281-46CD-AB99-24CB71F2C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55127" y="3709773"/>
              <a:ext cx="1289117" cy="160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150879F-C940-4411-822C-0ACF22DC4D95}"/>
              </a:ext>
            </a:extLst>
          </p:cNvPr>
          <p:cNvSpPr txBox="1"/>
          <p:nvPr/>
        </p:nvSpPr>
        <p:spPr>
          <a:xfrm>
            <a:off x="7207151" y="1117600"/>
            <a:ext cx="833104" cy="30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接标组件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AD1A44-5FA6-4F83-93F2-6525F7E169FA}"/>
              </a:ext>
            </a:extLst>
          </p:cNvPr>
          <p:cNvGrpSpPr/>
          <p:nvPr/>
        </p:nvGrpSpPr>
        <p:grpSpPr>
          <a:xfrm>
            <a:off x="7302546" y="2139584"/>
            <a:ext cx="2544256" cy="3553349"/>
            <a:chOff x="7302546" y="2139584"/>
            <a:chExt cx="2544256" cy="3553349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C6976336-0103-4B23-A6B7-B5B09D10B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2546" y="2472013"/>
              <a:ext cx="2544256" cy="3220920"/>
            </a:xfrm>
            <a:prstGeom prst="rect">
              <a:avLst/>
            </a:prstGeom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B2B0C9B4-ED68-48DE-A892-A11BCE07D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43273" y="2472013"/>
              <a:ext cx="96982" cy="10562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8C26C47-A66D-431C-91B0-BECD52995E5E}"/>
                </a:ext>
              </a:extLst>
            </p:cNvPr>
            <p:cNvSpPr txBox="1"/>
            <p:nvPr/>
          </p:nvSpPr>
          <p:spPr>
            <a:xfrm>
              <a:off x="7622609" y="2139584"/>
              <a:ext cx="1098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防粘板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4167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74572" y="227560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二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设备介绍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A21A46-2A54-4A6B-5F30-2E04DE7262E7}"/>
              </a:ext>
            </a:extLst>
          </p:cNvPr>
          <p:cNvSpPr txBox="1"/>
          <p:nvPr/>
        </p:nvSpPr>
        <p:spPr>
          <a:xfrm>
            <a:off x="589295" y="1117600"/>
            <a:ext cx="1165613" cy="30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皮带输送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组件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4E6E295-A519-4371-A2D8-8A54635DA6D3}"/>
              </a:ext>
            </a:extLst>
          </p:cNvPr>
          <p:cNvGrpSpPr/>
          <p:nvPr/>
        </p:nvGrpSpPr>
        <p:grpSpPr>
          <a:xfrm>
            <a:off x="1754908" y="2009333"/>
            <a:ext cx="7019792" cy="3863090"/>
            <a:chOff x="1322930" y="2121108"/>
            <a:chExt cx="6666526" cy="355335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BF81EC9-7B27-46C0-9DFB-7011DFBCF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22930" y="2242069"/>
              <a:ext cx="6011124" cy="3300067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B63ACEE-F080-4886-84BE-231E6A603EB4}"/>
                </a:ext>
              </a:extLst>
            </p:cNvPr>
            <p:cNvGrpSpPr/>
            <p:nvPr/>
          </p:nvGrpSpPr>
          <p:grpSpPr>
            <a:xfrm>
              <a:off x="3347374" y="2121108"/>
              <a:ext cx="4642082" cy="3553352"/>
              <a:chOff x="2008101" y="2139581"/>
              <a:chExt cx="4642082" cy="3553352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A359A3DC-4159-44CF-A54B-BA9F93211BCA}"/>
                  </a:ext>
                </a:extLst>
              </p:cNvPr>
              <p:cNvGrpSpPr/>
              <p:nvPr/>
            </p:nvGrpSpPr>
            <p:grpSpPr>
              <a:xfrm>
                <a:off x="4445192" y="3577204"/>
                <a:ext cx="2204991" cy="377306"/>
                <a:chOff x="4655127" y="3679068"/>
                <a:chExt cx="2498502" cy="385230"/>
              </a:xfrm>
            </p:grpSpPr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7588299-BFBF-4E87-95EA-5C7A820BDA04}"/>
                    </a:ext>
                  </a:extLst>
                </p:cNvPr>
                <p:cNvSpPr txBox="1"/>
                <p:nvPr/>
              </p:nvSpPr>
              <p:spPr>
                <a:xfrm>
                  <a:off x="5909209" y="3679068"/>
                  <a:ext cx="1244420" cy="3852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阻挡</a:t>
                  </a:r>
                </a:p>
              </p:txBody>
            </p: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D5E247F4-1281-46CD-AB99-24CB71F2C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655127" y="3709773"/>
                  <a:ext cx="1289117" cy="16026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C0E4BC06-DE0F-46FA-867A-53D350020D22}"/>
                  </a:ext>
                </a:extLst>
              </p:cNvPr>
              <p:cNvGrpSpPr/>
              <p:nvPr/>
            </p:nvGrpSpPr>
            <p:grpSpPr>
              <a:xfrm>
                <a:off x="2008101" y="2139581"/>
                <a:ext cx="1951692" cy="1184805"/>
                <a:chOff x="4942023" y="3532273"/>
                <a:chExt cx="2211486" cy="1209689"/>
              </a:xfrm>
            </p:grpSpPr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7FE8A74-6F4B-4293-97EE-A801120DDA17}"/>
                    </a:ext>
                  </a:extLst>
                </p:cNvPr>
                <p:cNvSpPr txBox="1"/>
                <p:nvPr/>
              </p:nvSpPr>
              <p:spPr>
                <a:xfrm>
                  <a:off x="5218464" y="3532273"/>
                  <a:ext cx="1935045" cy="3770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  <a:sym typeface="+mn-ea"/>
                    </a:rPr>
                    <a:t>RFID</a:t>
                  </a:r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  <a:sym typeface="+mn-ea"/>
                    </a:rPr>
                    <a:t>感应天线</a:t>
                  </a:r>
                </a:p>
              </p:txBody>
            </p:sp>
            <p:cxnSp>
              <p:nvCxnSpPr>
                <p:cNvPr id="17" name="直接箭头连接符 16">
                  <a:extLst>
                    <a:ext uri="{FF2B5EF4-FFF2-40B4-BE49-F238E27FC236}">
                      <a16:creationId xmlns:a16="http://schemas.microsoft.com/office/drawing/2014/main" id="{8610CFE8-A5DD-4799-BF6C-FF299ABBD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42023" y="3830563"/>
                  <a:ext cx="704015" cy="91139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AB475190-799C-49EF-8DA0-57C7B2D9E6CA}"/>
                  </a:ext>
                </a:extLst>
              </p:cNvPr>
              <p:cNvGrpSpPr/>
              <p:nvPr/>
            </p:nvGrpSpPr>
            <p:grpSpPr>
              <a:xfrm>
                <a:off x="3590723" y="4082473"/>
                <a:ext cx="1138888" cy="1610460"/>
                <a:chOff x="5540743" y="2285737"/>
                <a:chExt cx="1290488" cy="1644284"/>
              </a:xfrm>
            </p:grpSpPr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2138595-8456-4D9C-8AA5-6FAD93337D88}"/>
                    </a:ext>
                  </a:extLst>
                </p:cNvPr>
                <p:cNvSpPr txBox="1"/>
                <p:nvPr/>
              </p:nvSpPr>
              <p:spPr>
                <a:xfrm>
                  <a:off x="5540743" y="3546141"/>
                  <a:ext cx="1290488" cy="3838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 pitchFamily="34" charset="0"/>
                      <a:sym typeface="+mn-ea"/>
                    </a:rPr>
                    <a:t>侧推定位</a:t>
                  </a:r>
                </a:p>
              </p:txBody>
            </p:sp>
            <p:cxnSp>
              <p:nvCxnSpPr>
                <p:cNvPr id="20" name="直接箭头连接符 19">
                  <a:extLst>
                    <a:ext uri="{FF2B5EF4-FFF2-40B4-BE49-F238E27FC236}">
                      <a16:creationId xmlns:a16="http://schemas.microsoft.com/office/drawing/2014/main" id="{1CE19A3D-9A21-4B51-B350-84EEB68540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958939" y="2285737"/>
                  <a:ext cx="227047" cy="121583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74459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74572" y="227560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二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设备介绍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7A21A46-2A54-4A6B-5F30-2E04DE7262E7}"/>
              </a:ext>
            </a:extLst>
          </p:cNvPr>
          <p:cNvSpPr txBox="1"/>
          <p:nvPr/>
        </p:nvSpPr>
        <p:spPr>
          <a:xfrm>
            <a:off x="589296" y="1128246"/>
            <a:ext cx="1744329" cy="30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设备介绍：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47E56D-0683-4A3F-AE4C-AD391323CFBF}"/>
              </a:ext>
            </a:extLst>
          </p:cNvPr>
          <p:cNvGrpSpPr/>
          <p:nvPr/>
        </p:nvGrpSpPr>
        <p:grpSpPr>
          <a:xfrm>
            <a:off x="1617234" y="1578671"/>
            <a:ext cx="7003062" cy="5051769"/>
            <a:chOff x="1127041" y="1543315"/>
            <a:chExt cx="7003062" cy="505176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53D2E44-10E3-442F-81FA-D2D9AD109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7041" y="2267690"/>
              <a:ext cx="5379804" cy="4327394"/>
            </a:xfrm>
            <a:prstGeom prst="rect">
              <a:avLst/>
            </a:prstGeom>
          </p:spPr>
        </p:pic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A35AE3E-EED5-4F28-B906-189707E667A6}"/>
                </a:ext>
              </a:extLst>
            </p:cNvPr>
            <p:cNvGrpSpPr/>
            <p:nvPr/>
          </p:nvGrpSpPr>
          <p:grpSpPr>
            <a:xfrm>
              <a:off x="2333625" y="1543315"/>
              <a:ext cx="5796478" cy="4415736"/>
              <a:chOff x="6072027" y="1419060"/>
              <a:chExt cx="5796478" cy="4415736"/>
            </a:xfrm>
          </p:grpSpPr>
          <p:sp>
            <p:nvSpPr>
              <p:cNvPr id="40" name="流程图: 可选过程 39">
                <a:extLst>
                  <a:ext uri="{FF2B5EF4-FFF2-40B4-BE49-F238E27FC236}">
                    <a16:creationId xmlns:a16="http://schemas.microsoft.com/office/drawing/2014/main" id="{2F43A8C4-E70A-4966-874C-CF59901A2295}"/>
                  </a:ext>
                </a:extLst>
              </p:cNvPr>
              <p:cNvSpPr/>
              <p:nvPr/>
            </p:nvSpPr>
            <p:spPr>
              <a:xfrm>
                <a:off x="8412811" y="1446537"/>
                <a:ext cx="823946" cy="291245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贴标组件</a:t>
                </a: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AA1C3EA9-539A-4052-9E90-9FE080512F7B}"/>
                  </a:ext>
                </a:extLst>
              </p:cNvPr>
              <p:cNvCxnSpPr>
                <a:cxnSpLocks/>
                <a:stCxn id="40" idx="2"/>
              </p:cNvCxnSpPr>
              <p:nvPr/>
            </p:nvCxnSpPr>
            <p:spPr>
              <a:xfrm flipH="1">
                <a:off x="8626764" y="1737782"/>
                <a:ext cx="198020" cy="15780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流程图: 可选过程 43">
                <a:extLst>
                  <a:ext uri="{FF2B5EF4-FFF2-40B4-BE49-F238E27FC236}">
                    <a16:creationId xmlns:a16="http://schemas.microsoft.com/office/drawing/2014/main" id="{BC47B700-045A-420A-9E4E-62733444BEB6}"/>
                  </a:ext>
                </a:extLst>
              </p:cNvPr>
              <p:cNvSpPr/>
              <p:nvPr/>
            </p:nvSpPr>
            <p:spPr>
              <a:xfrm>
                <a:off x="9967070" y="1518305"/>
                <a:ext cx="888352" cy="291244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接标组件</a:t>
                </a:r>
                <a:endPara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45" name="流程图: 可选过程 44">
                <a:extLst>
                  <a:ext uri="{FF2B5EF4-FFF2-40B4-BE49-F238E27FC236}">
                    <a16:creationId xmlns:a16="http://schemas.microsoft.com/office/drawing/2014/main" id="{91FD9E22-DFBA-45AF-93D4-DA90112B4DDC}"/>
                  </a:ext>
                </a:extLst>
              </p:cNvPr>
              <p:cNvSpPr/>
              <p:nvPr/>
            </p:nvSpPr>
            <p:spPr>
              <a:xfrm>
                <a:off x="6072027" y="1989357"/>
                <a:ext cx="823946" cy="291245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产线皮带</a:t>
                </a:r>
              </a:p>
            </p:txBody>
          </p:sp>
          <p:sp>
            <p:nvSpPr>
              <p:cNvPr id="47" name="流程图: 可选过程 46">
                <a:extLst>
                  <a:ext uri="{FF2B5EF4-FFF2-40B4-BE49-F238E27FC236}">
                    <a16:creationId xmlns:a16="http://schemas.microsoft.com/office/drawing/2014/main" id="{60AF82A6-B7B8-4C29-A6AE-7F302E722A60}"/>
                  </a:ext>
                </a:extLst>
              </p:cNvPr>
              <p:cNvSpPr/>
              <p:nvPr/>
            </p:nvSpPr>
            <p:spPr>
              <a:xfrm>
                <a:off x="10764693" y="2179460"/>
                <a:ext cx="1103812" cy="385429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皮带输送组件（两段）</a:t>
                </a:r>
              </a:p>
            </p:txBody>
          </p:sp>
          <p:sp>
            <p:nvSpPr>
              <p:cNvPr id="48" name="流程图: 可选过程 47">
                <a:extLst>
                  <a:ext uri="{FF2B5EF4-FFF2-40B4-BE49-F238E27FC236}">
                    <a16:creationId xmlns:a16="http://schemas.microsoft.com/office/drawing/2014/main" id="{6F85E04C-874C-454E-A34C-5CF79409C050}"/>
                  </a:ext>
                </a:extLst>
              </p:cNvPr>
              <p:cNvSpPr/>
              <p:nvPr/>
            </p:nvSpPr>
            <p:spPr>
              <a:xfrm>
                <a:off x="6146571" y="4387287"/>
                <a:ext cx="520026" cy="268786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导向</a:t>
                </a:r>
              </a:p>
            </p:txBody>
          </p:sp>
          <p:sp>
            <p:nvSpPr>
              <p:cNvPr id="50" name="流程图: 可选过程 49">
                <a:extLst>
                  <a:ext uri="{FF2B5EF4-FFF2-40B4-BE49-F238E27FC236}">
                    <a16:creationId xmlns:a16="http://schemas.microsoft.com/office/drawing/2014/main" id="{29F6225E-DC43-465E-A5CF-891E6151276C}"/>
                  </a:ext>
                </a:extLst>
              </p:cNvPr>
              <p:cNvSpPr/>
              <p:nvPr/>
            </p:nvSpPr>
            <p:spPr>
              <a:xfrm>
                <a:off x="10529784" y="5405590"/>
                <a:ext cx="688789" cy="429206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打印机（斑马）</a:t>
                </a:r>
              </a:p>
            </p:txBody>
          </p:sp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FAF1742D-EC0E-4FA8-A289-7102F15FE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70089" y="3372616"/>
                <a:ext cx="856166" cy="11490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>
                <a:extLst>
                  <a:ext uri="{FF2B5EF4-FFF2-40B4-BE49-F238E27FC236}">
                    <a16:creationId xmlns:a16="http://schemas.microsoft.com/office/drawing/2014/main" id="{0F813DD6-5541-4BCC-B529-8458DA4939BF}"/>
                  </a:ext>
                </a:extLst>
              </p:cNvPr>
              <p:cNvCxnSpPr>
                <a:cxnSpLocks/>
                <a:stCxn id="44" idx="2"/>
              </p:cNvCxnSpPr>
              <p:nvPr/>
            </p:nvCxnSpPr>
            <p:spPr>
              <a:xfrm flipH="1">
                <a:off x="9067045" y="1809549"/>
                <a:ext cx="1344201" cy="19966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5F22F708-26FC-4C68-A125-416D8BA8068C}"/>
                  </a:ext>
                </a:extLst>
              </p:cNvPr>
              <p:cNvCxnSpPr>
                <a:cxnSpLocks/>
                <a:stCxn id="50" idx="1"/>
              </p:cNvCxnSpPr>
              <p:nvPr/>
            </p:nvCxnSpPr>
            <p:spPr>
              <a:xfrm flipH="1" flipV="1">
                <a:off x="9178672" y="4636611"/>
                <a:ext cx="1351112" cy="9835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52A4CE76-3BD9-4962-B2B0-D647EDFEFC10}"/>
                  </a:ext>
                </a:extLst>
              </p:cNvPr>
              <p:cNvCxnSpPr>
                <a:cxnSpLocks/>
                <a:stCxn id="47" idx="2"/>
              </p:cNvCxnSpPr>
              <p:nvPr/>
            </p:nvCxnSpPr>
            <p:spPr>
              <a:xfrm flipH="1">
                <a:off x="9919207" y="2564889"/>
                <a:ext cx="1397392" cy="4456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可选过程 56">
                <a:extLst>
                  <a:ext uri="{FF2B5EF4-FFF2-40B4-BE49-F238E27FC236}">
                    <a16:creationId xmlns:a16="http://schemas.microsoft.com/office/drawing/2014/main" id="{EF15ED81-6BCE-40E9-86C9-94B16A729FE5}"/>
                  </a:ext>
                </a:extLst>
              </p:cNvPr>
              <p:cNvSpPr/>
              <p:nvPr/>
            </p:nvSpPr>
            <p:spPr>
              <a:xfrm>
                <a:off x="6974349" y="1419060"/>
                <a:ext cx="1103812" cy="385429"/>
              </a:xfrm>
              <a:prstGeom prst="flowChartAlternateProcess">
                <a:avLst/>
              </a:prstGeom>
              <a:solidFill>
                <a:schemeClr val="accent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en-US" altLang="zh-CN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RFID</a:t>
                </a: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  <a:sym typeface="+mn-ea"/>
                  </a:rPr>
                  <a:t>感应天线</a:t>
                </a:r>
              </a:p>
            </p:txBody>
          </p:sp>
          <p:cxnSp>
            <p:nvCxnSpPr>
              <p:cNvPr id="58" name="直接箭头连接符 57">
                <a:extLst>
                  <a:ext uri="{FF2B5EF4-FFF2-40B4-BE49-F238E27FC236}">
                    <a16:creationId xmlns:a16="http://schemas.microsoft.com/office/drawing/2014/main" id="{E8ECA563-1849-4A5B-BACB-7C61A36D02E9}"/>
                  </a:ext>
                </a:extLst>
              </p:cNvPr>
              <p:cNvCxnSpPr>
                <a:cxnSpLocks/>
                <a:stCxn id="57" idx="2"/>
              </p:cNvCxnSpPr>
              <p:nvPr/>
            </p:nvCxnSpPr>
            <p:spPr>
              <a:xfrm>
                <a:off x="7526255" y="1804489"/>
                <a:ext cx="986609" cy="12342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814D09E1-2239-4A39-AEA6-3A966E8ADD02}"/>
                  </a:ext>
                </a:extLst>
              </p:cNvPr>
              <p:cNvCxnSpPr>
                <a:cxnSpLocks/>
                <a:stCxn id="45" idx="2"/>
              </p:cNvCxnSpPr>
              <p:nvPr/>
            </p:nvCxnSpPr>
            <p:spPr>
              <a:xfrm>
                <a:off x="6484000" y="2280602"/>
                <a:ext cx="522809" cy="1065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5208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111492" y="167392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三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动作流程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DF576A2-70A3-453B-8799-D6C4D17B34BB}"/>
              </a:ext>
            </a:extLst>
          </p:cNvPr>
          <p:cNvGrpSpPr/>
          <p:nvPr/>
        </p:nvGrpSpPr>
        <p:grpSpPr>
          <a:xfrm>
            <a:off x="1921648" y="1535977"/>
            <a:ext cx="5739152" cy="3786045"/>
            <a:chOff x="1350534" y="1595687"/>
            <a:chExt cx="5739152" cy="378604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F0305FF-90CB-42E2-B8B0-F884B591F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0534" y="1595687"/>
              <a:ext cx="5339681" cy="3786045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65DCEC8-A64C-44F3-954F-ACC16633B9B2}"/>
                </a:ext>
              </a:extLst>
            </p:cNvPr>
            <p:cNvGrpSpPr/>
            <p:nvPr/>
          </p:nvGrpSpPr>
          <p:grpSpPr>
            <a:xfrm>
              <a:off x="3590714" y="2478742"/>
              <a:ext cx="3498972" cy="373339"/>
              <a:chOff x="3462993" y="3814721"/>
              <a:chExt cx="3498972" cy="373339"/>
            </a:xfrm>
          </p:grpSpPr>
          <p:sp>
            <p:nvSpPr>
              <p:cNvPr id="30" name="箭头: 右 29">
                <a:extLst>
                  <a:ext uri="{FF2B5EF4-FFF2-40B4-BE49-F238E27FC236}">
                    <a16:creationId xmlns:a16="http://schemas.microsoft.com/office/drawing/2014/main" id="{BDBC7D87-2281-4237-A66F-9AE8DC3FF54C}"/>
                  </a:ext>
                </a:extLst>
              </p:cNvPr>
              <p:cNvSpPr/>
              <p:nvPr/>
            </p:nvSpPr>
            <p:spPr>
              <a:xfrm>
                <a:off x="3462993" y="3814721"/>
                <a:ext cx="750699" cy="350302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进料口</a:t>
                </a:r>
              </a:p>
            </p:txBody>
          </p:sp>
          <p:sp>
            <p:nvSpPr>
              <p:cNvPr id="31" name="箭头: 右 30">
                <a:extLst>
                  <a:ext uri="{FF2B5EF4-FFF2-40B4-BE49-F238E27FC236}">
                    <a16:creationId xmlns:a16="http://schemas.microsoft.com/office/drawing/2014/main" id="{6B77CD2E-C96F-4E64-9898-E9B6948CB86E}"/>
                  </a:ext>
                </a:extLst>
              </p:cNvPr>
              <p:cNvSpPr/>
              <p:nvPr/>
            </p:nvSpPr>
            <p:spPr>
              <a:xfrm>
                <a:off x="6251966" y="3814721"/>
                <a:ext cx="709999" cy="373339"/>
              </a:xfrm>
              <a:prstGeom prst="rightArrow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出料口</a:t>
                </a: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4DA8129-CB04-44DC-965B-6C4854B49BBE}"/>
              </a:ext>
            </a:extLst>
          </p:cNvPr>
          <p:cNvGrpSpPr/>
          <p:nvPr/>
        </p:nvGrpSpPr>
        <p:grpSpPr>
          <a:xfrm>
            <a:off x="707892" y="5283130"/>
            <a:ext cx="10909187" cy="1067448"/>
            <a:chOff x="994220" y="5353568"/>
            <a:chExt cx="10909187" cy="1067448"/>
          </a:xfrm>
        </p:grpSpPr>
        <p:sp>
          <p:nvSpPr>
            <p:cNvPr id="14" name="流程图: 可选过程 13">
              <a:extLst>
                <a:ext uri="{FF2B5EF4-FFF2-40B4-BE49-F238E27FC236}">
                  <a16:creationId xmlns:a16="http://schemas.microsoft.com/office/drawing/2014/main" id="{570F3411-0D99-4C8D-860A-1224158AACD5}"/>
                </a:ext>
              </a:extLst>
            </p:cNvPr>
            <p:cNvSpPr/>
            <p:nvPr/>
          </p:nvSpPr>
          <p:spPr>
            <a:xfrm>
              <a:off x="994220" y="5958886"/>
              <a:ext cx="1008112" cy="432048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产品进料</a:t>
              </a:r>
            </a:p>
          </p:txBody>
        </p:sp>
        <p:sp>
          <p:nvSpPr>
            <p:cNvPr id="15" name="箭头: 右 14">
              <a:extLst>
                <a:ext uri="{FF2B5EF4-FFF2-40B4-BE49-F238E27FC236}">
                  <a16:creationId xmlns:a16="http://schemas.microsoft.com/office/drawing/2014/main" id="{079D0A3C-FCB7-4CE2-A894-BAE67434E995}"/>
                </a:ext>
              </a:extLst>
            </p:cNvPr>
            <p:cNvSpPr/>
            <p:nvPr/>
          </p:nvSpPr>
          <p:spPr>
            <a:xfrm>
              <a:off x="2027956" y="6149342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流程图: 可选过程 16">
              <a:extLst>
                <a:ext uri="{FF2B5EF4-FFF2-40B4-BE49-F238E27FC236}">
                  <a16:creationId xmlns:a16="http://schemas.microsoft.com/office/drawing/2014/main" id="{F9F185A9-8C71-4601-BC3B-D6552613F42D}"/>
                </a:ext>
              </a:extLst>
            </p:cNvPr>
            <p:cNvSpPr/>
            <p:nvPr/>
          </p:nvSpPr>
          <p:spPr>
            <a:xfrm>
              <a:off x="2419325" y="5953140"/>
              <a:ext cx="949929" cy="46669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产品到达</a:t>
              </a: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RFID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感应位置阻挡</a:t>
              </a:r>
            </a:p>
          </p:txBody>
        </p:sp>
        <p:sp>
          <p:nvSpPr>
            <p:cNvPr id="18" name="箭头: 右 17">
              <a:extLst>
                <a:ext uri="{FF2B5EF4-FFF2-40B4-BE49-F238E27FC236}">
                  <a16:creationId xmlns:a16="http://schemas.microsoft.com/office/drawing/2014/main" id="{2FFCAC9D-750C-483E-98B6-5F0E66C19BC5}"/>
                </a:ext>
              </a:extLst>
            </p:cNvPr>
            <p:cNvSpPr/>
            <p:nvPr/>
          </p:nvSpPr>
          <p:spPr>
            <a:xfrm>
              <a:off x="3462993" y="6164858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流程图: 可选过程 18">
              <a:extLst>
                <a:ext uri="{FF2B5EF4-FFF2-40B4-BE49-F238E27FC236}">
                  <a16:creationId xmlns:a16="http://schemas.microsoft.com/office/drawing/2014/main" id="{5DDF20D9-D961-4D47-8A13-932FEFC92CC5}"/>
                </a:ext>
              </a:extLst>
            </p:cNvPr>
            <p:cNvSpPr/>
            <p:nvPr/>
          </p:nvSpPr>
          <p:spPr>
            <a:xfrm>
              <a:off x="3831739" y="5927114"/>
              <a:ext cx="949929" cy="475488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RFID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天线感应产品</a:t>
              </a:r>
            </a:p>
          </p:txBody>
        </p:sp>
        <p:sp>
          <p:nvSpPr>
            <p:cNvPr id="21" name="箭头: 右 20">
              <a:extLst>
                <a:ext uri="{FF2B5EF4-FFF2-40B4-BE49-F238E27FC236}">
                  <a16:creationId xmlns:a16="http://schemas.microsoft.com/office/drawing/2014/main" id="{17FDBE06-685D-4111-8F7F-DFFEF5A378C4}"/>
                </a:ext>
              </a:extLst>
            </p:cNvPr>
            <p:cNvSpPr/>
            <p:nvPr/>
          </p:nvSpPr>
          <p:spPr>
            <a:xfrm>
              <a:off x="4809537" y="6180128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流程图: 可选过程 21">
              <a:extLst>
                <a:ext uri="{FF2B5EF4-FFF2-40B4-BE49-F238E27FC236}">
                  <a16:creationId xmlns:a16="http://schemas.microsoft.com/office/drawing/2014/main" id="{CBD18018-661C-49F4-9969-591E454DD2CA}"/>
                </a:ext>
              </a:extLst>
            </p:cNvPr>
            <p:cNvSpPr/>
            <p:nvPr/>
          </p:nvSpPr>
          <p:spPr>
            <a:xfrm>
              <a:off x="5262327" y="5946229"/>
              <a:ext cx="1008112" cy="456373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打印机打印出相应条码标签</a:t>
              </a:r>
            </a:p>
          </p:txBody>
        </p:sp>
        <p:sp>
          <p:nvSpPr>
            <p:cNvPr id="23" name="流程图: 可选过程 22">
              <a:extLst>
                <a:ext uri="{FF2B5EF4-FFF2-40B4-BE49-F238E27FC236}">
                  <a16:creationId xmlns:a16="http://schemas.microsoft.com/office/drawing/2014/main" id="{C6F744A9-3D8F-47B7-89C3-41C813B7F4CA}"/>
                </a:ext>
              </a:extLst>
            </p:cNvPr>
            <p:cNvSpPr/>
            <p:nvPr/>
          </p:nvSpPr>
          <p:spPr>
            <a:xfrm>
              <a:off x="6712260" y="5978532"/>
              <a:ext cx="1008112" cy="44248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产品流到贴标位置</a:t>
              </a:r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A76D9A4E-80E2-4B28-89AE-421754DC480C}"/>
                </a:ext>
              </a:extLst>
            </p:cNvPr>
            <p:cNvSpPr/>
            <p:nvPr/>
          </p:nvSpPr>
          <p:spPr>
            <a:xfrm>
              <a:off x="6342252" y="6174910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B29E083E-E5F4-4CB2-8EFE-4689FD724A04}"/>
                </a:ext>
              </a:extLst>
            </p:cNvPr>
            <p:cNvSpPr/>
            <p:nvPr/>
          </p:nvSpPr>
          <p:spPr>
            <a:xfrm>
              <a:off x="7714137" y="6154951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流程图: 可选过程 26">
              <a:extLst>
                <a:ext uri="{FF2B5EF4-FFF2-40B4-BE49-F238E27FC236}">
                  <a16:creationId xmlns:a16="http://schemas.microsoft.com/office/drawing/2014/main" id="{CE29B776-899A-452C-B77D-80415E5128AA}"/>
                </a:ext>
              </a:extLst>
            </p:cNvPr>
            <p:cNvSpPr/>
            <p:nvPr/>
          </p:nvSpPr>
          <p:spPr>
            <a:xfrm>
              <a:off x="8078811" y="5944342"/>
              <a:ext cx="1008112" cy="44248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取标机构取标</a:t>
              </a:r>
            </a:p>
          </p:txBody>
        </p:sp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CD6390C9-AD32-4D21-8D7A-685813043FE2}"/>
                </a:ext>
              </a:extLst>
            </p:cNvPr>
            <p:cNvSpPr/>
            <p:nvPr/>
          </p:nvSpPr>
          <p:spPr>
            <a:xfrm>
              <a:off x="9085473" y="6154951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流程图: 可选过程 28">
              <a:extLst>
                <a:ext uri="{FF2B5EF4-FFF2-40B4-BE49-F238E27FC236}">
                  <a16:creationId xmlns:a16="http://schemas.microsoft.com/office/drawing/2014/main" id="{D5DD14DF-2A50-47DE-94B3-5FCD13C4ACE8}"/>
                </a:ext>
              </a:extLst>
            </p:cNvPr>
            <p:cNvSpPr/>
            <p:nvPr/>
          </p:nvSpPr>
          <p:spPr>
            <a:xfrm>
              <a:off x="10895295" y="5950947"/>
              <a:ext cx="1008112" cy="44248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出料</a:t>
              </a:r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2B6CD4F8-EB3C-4724-A01C-1FB817906196}"/>
                </a:ext>
              </a:extLst>
            </p:cNvPr>
            <p:cNvSpPr/>
            <p:nvPr/>
          </p:nvSpPr>
          <p:spPr>
            <a:xfrm>
              <a:off x="6342252" y="5669081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流程图: 可选过程 34">
              <a:extLst>
                <a:ext uri="{FF2B5EF4-FFF2-40B4-BE49-F238E27FC236}">
                  <a16:creationId xmlns:a16="http://schemas.microsoft.com/office/drawing/2014/main" id="{234C5EDD-B215-4E40-B176-6B2D79D99B8F}"/>
                </a:ext>
              </a:extLst>
            </p:cNvPr>
            <p:cNvSpPr/>
            <p:nvPr/>
          </p:nvSpPr>
          <p:spPr>
            <a:xfrm>
              <a:off x="6712260" y="5353568"/>
              <a:ext cx="1001877" cy="5519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接标组件接标到取标位置</a:t>
              </a:r>
            </a:p>
          </p:txBody>
        </p:sp>
        <p:sp>
          <p:nvSpPr>
            <p:cNvPr id="38" name="流程图: 可选过程 37">
              <a:extLst>
                <a:ext uri="{FF2B5EF4-FFF2-40B4-BE49-F238E27FC236}">
                  <a16:creationId xmlns:a16="http://schemas.microsoft.com/office/drawing/2014/main" id="{EDFA5490-09C6-44BD-AB14-1984CDDB42DC}"/>
                </a:ext>
              </a:extLst>
            </p:cNvPr>
            <p:cNvSpPr/>
            <p:nvPr/>
          </p:nvSpPr>
          <p:spPr>
            <a:xfrm>
              <a:off x="9479199" y="5953140"/>
              <a:ext cx="1008112" cy="442484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取标机构贴标</a:t>
              </a:r>
            </a:p>
          </p:txBody>
        </p:sp>
        <p:sp>
          <p:nvSpPr>
            <p:cNvPr id="39" name="箭头: 右 38">
              <a:extLst>
                <a:ext uri="{FF2B5EF4-FFF2-40B4-BE49-F238E27FC236}">
                  <a16:creationId xmlns:a16="http://schemas.microsoft.com/office/drawing/2014/main" id="{92A5D8CB-5343-4A59-8ECC-A04FA6640CF4}"/>
                </a:ext>
              </a:extLst>
            </p:cNvPr>
            <p:cNvSpPr/>
            <p:nvPr/>
          </p:nvSpPr>
          <p:spPr>
            <a:xfrm>
              <a:off x="10519547" y="6149342"/>
              <a:ext cx="360040" cy="7200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795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7">
            <a:extLst>
              <a:ext uri="{FF2B5EF4-FFF2-40B4-BE49-F238E27FC236}">
                <a16:creationId xmlns:a16="http://schemas.microsoft.com/office/drawing/2014/main" id="{55C7F62F-F586-4A7C-B1E4-AE143511B658}"/>
              </a:ext>
            </a:extLst>
          </p:cNvPr>
          <p:cNvSpPr txBox="1"/>
          <p:nvPr/>
        </p:nvSpPr>
        <p:spPr>
          <a:xfrm>
            <a:off x="71711" y="197024"/>
            <a:ext cx="10698480" cy="50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eaLnBrk="1" hangingPunct="1">
              <a:defRPr sz="2400" b="1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/>
            <a:lvl3pPr marL="1143000" indent="-228600" eaLnBrk="0" hangingPunct="0"/>
            <a:lvl4pPr marL="1600200" indent="-228600" eaLnBrk="0" hangingPunct="0"/>
            <a:lvl5pPr marL="2057400" indent="-228600" eaLnBrk="0" hangingPunct="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四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节拍分析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47782F-BABD-4B1B-A6AA-418AC109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5" y="1603839"/>
            <a:ext cx="11030034" cy="37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97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4"/>
          <p:cNvSpPr txBox="1"/>
          <p:nvPr/>
        </p:nvSpPr>
        <p:spPr>
          <a:xfrm>
            <a:off x="178676" y="475361"/>
            <a:ext cx="4135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五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方案参数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4613D12-96B9-9092-CB8B-E276BD6CB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080914"/>
              </p:ext>
            </p:extLst>
          </p:nvPr>
        </p:nvGraphicFramePr>
        <p:xfrm>
          <a:off x="872359" y="1461654"/>
          <a:ext cx="9154509" cy="356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9794">
                  <a:extLst>
                    <a:ext uri="{9D8B030D-6E8A-4147-A177-3AD203B41FA5}">
                      <a16:colId xmlns:a16="http://schemas.microsoft.com/office/drawing/2014/main" val="3723181396"/>
                    </a:ext>
                  </a:extLst>
                </a:gridCol>
                <a:gridCol w="1799412">
                  <a:extLst>
                    <a:ext uri="{9D8B030D-6E8A-4147-A177-3AD203B41FA5}">
                      <a16:colId xmlns:a16="http://schemas.microsoft.com/office/drawing/2014/main" val="2750412898"/>
                    </a:ext>
                  </a:extLst>
                </a:gridCol>
                <a:gridCol w="6725303">
                  <a:extLst>
                    <a:ext uri="{9D8B030D-6E8A-4147-A177-3AD203B41FA5}">
                      <a16:colId xmlns:a16="http://schemas.microsoft.com/office/drawing/2014/main" val="158052243"/>
                    </a:ext>
                  </a:extLst>
                </a:gridCol>
              </a:tblGrid>
              <a:tr h="7298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800" b="1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800" b="1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8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51992350"/>
                  </a:ext>
                </a:extLst>
              </a:tr>
              <a:tr h="501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设备面积</a:t>
                      </a:r>
                      <a:endParaRPr lang="zh-CN" alt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设备尺寸：长</a:t>
                      </a:r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600mm*</a:t>
                      </a:r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宽</a:t>
                      </a:r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1200mm*</a:t>
                      </a:r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  <a:r>
                        <a:rPr lang="en-US" altLang="zh-CN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1600mm</a:t>
                      </a:r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（供参考）</a:t>
                      </a:r>
                      <a:endParaRPr lang="zh-CN" alt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44994170"/>
                  </a:ext>
                </a:extLst>
              </a:tr>
              <a:tr h="3861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操作人数</a:t>
                      </a:r>
                      <a:endParaRPr lang="zh-CN" alt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</a:t>
                      </a:r>
                      <a:endParaRPr lang="zh-CN" alt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404584"/>
                  </a:ext>
                </a:extLst>
              </a:tr>
              <a:tr h="5016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电源电压</a:t>
                      </a:r>
                      <a:endParaRPr lang="zh-CN" alt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电压</a:t>
                      </a:r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AC220V，50HZ</a:t>
                      </a:r>
                      <a:endParaRPr lang="en-US" sz="14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12728333"/>
                  </a:ext>
                </a:extLst>
              </a:tr>
              <a:tr h="388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气源气压</a:t>
                      </a:r>
                      <a:endParaRPr lang="zh-CN" altLang="en-US" sz="14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0.5-0.7MPa</a:t>
                      </a:r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61655957"/>
                  </a:ext>
                </a:extLst>
              </a:tr>
              <a:tr h="3609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UPH</a:t>
                      </a:r>
                      <a:endParaRPr lang="en-US" sz="14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≥</a:t>
                      </a:r>
                      <a:r>
                        <a:rPr lang="en-US" sz="140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400pcs/H</a:t>
                      </a:r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013003"/>
                  </a:ext>
                </a:extLst>
              </a:tr>
              <a:tr h="428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预估价格</a:t>
                      </a:r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66164861"/>
                  </a:ext>
                </a:extLst>
              </a:tr>
              <a:tr h="268802">
                <a:tc>
                  <a:txBody>
                    <a:bodyPr/>
                    <a:lstStyle/>
                    <a:p>
                      <a:pPr algn="ctr" fontAlgn="ctr"/>
                      <a:endParaRPr lang="en-US" altLang="zh-CN" sz="1600" b="1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79307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4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141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9111618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9111618"/>
  <p:tag name="MH_LIBRARY" val="GRAPHIC"/>
  <p:tag name="MH_ORDER" val="Isosceles Triangle 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9111618"/>
  <p:tag name="MH_LIBRARY" val="GRAPHIC"/>
  <p:tag name="MH_ORDER" val="Isosceles Triangle 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9111618"/>
  <p:tag name="MH_LIBRARY" val="GRAPHIC"/>
  <p:tag name="MH_ORDER" val="Straight Connector 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029111618"/>
  <p:tag name="MH_LIBRARY" val="GRAPHIC"/>
  <p:tag name="MH_ORDER" val="Straight Connector 22"/>
</p:tagLst>
</file>

<file path=ppt/theme/theme1.xml><?xml version="1.0" encoding="utf-8"?>
<a:theme xmlns:a="http://schemas.openxmlformats.org/drawingml/2006/main" name="华勤PPT模板中1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华勤PPT模板中16" id="{DB3B7AE3-22AB-4E93-B1BD-D90460F4ADDF}" vid="{7F9E8EA0-FDE5-4155-8258-B7076EBEE3E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27789</TotalTime>
  <Words>215</Words>
  <Application>Microsoft Office PowerPoint</Application>
  <PresentationFormat>宽屏</PresentationFormat>
  <Paragraphs>66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Calibri</vt:lpstr>
      <vt:lpstr>华勤PPT模板中16</vt:lpstr>
      <vt:lpstr>AX7907A手工线再贴DSN机构DFM   日期：2026年10月12日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陈金金</dc:creator>
  <cp:lastModifiedBy>吴洋洋</cp:lastModifiedBy>
  <cp:revision>2490</cp:revision>
  <dcterms:created xsi:type="dcterms:W3CDTF">2015-10-30T01:25:40Z</dcterms:created>
  <dcterms:modified xsi:type="dcterms:W3CDTF">2026-10-12T06:55:53Z</dcterms:modified>
</cp:coreProperties>
</file>